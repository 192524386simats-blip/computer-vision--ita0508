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3" r:id="rId6"/>
    <p:sldId id="269" r:id="rId7"/>
    <p:sldId id="270" r:id="rId8"/>
    <p:sldId id="264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A5056B8-3975-456D-BDC9-5D5606198706}" v="18" dt="2026-07-22T18:09:53.08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howGuides="1">
      <p:cViewPr>
        <p:scale>
          <a:sx n="100" d="100"/>
          <a:sy n="100" d="100"/>
        </p:scale>
        <p:origin x="168" y="20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dhana30112007@outlook.com" userId="25504840c7d3822a" providerId="LiveId" clId="{7CB0243F-4332-48EF-85E4-CCF0720C04A3}"/>
    <pc:docChg chg="undo custSel addSld delSld modSld">
      <pc:chgData name="sadhana30112007@outlook.com" userId="25504840c7d3822a" providerId="LiveId" clId="{7CB0243F-4332-48EF-85E4-CCF0720C04A3}" dt="2026-07-22T18:14:44.350" v="302" actId="478"/>
      <pc:docMkLst>
        <pc:docMk/>
      </pc:docMkLst>
      <pc:sldChg chg="modSp mod">
        <pc:chgData name="sadhana30112007@outlook.com" userId="25504840c7d3822a" providerId="LiveId" clId="{7CB0243F-4332-48EF-85E4-CCF0720C04A3}" dt="2026-07-22T17:13:39.055" v="6" actId="20577"/>
        <pc:sldMkLst>
          <pc:docMk/>
          <pc:sldMk cId="1115280217" sldId="257"/>
        </pc:sldMkLst>
        <pc:spChg chg="mod">
          <ac:chgData name="sadhana30112007@outlook.com" userId="25504840c7d3822a" providerId="LiveId" clId="{7CB0243F-4332-48EF-85E4-CCF0720C04A3}" dt="2026-07-22T17:13:39.055" v="6" actId="20577"/>
          <ac:spMkLst>
            <pc:docMk/>
            <pc:sldMk cId="1115280217" sldId="257"/>
            <ac:spMk id="5" creationId="{DE631D82-EE2F-0787-27BC-D1CB24E7BA33}"/>
          </ac:spMkLst>
        </pc:spChg>
      </pc:sldChg>
      <pc:sldChg chg="addSp delSp modSp mod">
        <pc:chgData name="sadhana30112007@outlook.com" userId="25504840c7d3822a" providerId="LiveId" clId="{7CB0243F-4332-48EF-85E4-CCF0720C04A3}" dt="2026-07-22T17:53:36.247" v="115" actId="1076"/>
        <pc:sldMkLst>
          <pc:docMk/>
          <pc:sldMk cId="3299452653" sldId="258"/>
        </pc:sldMkLst>
        <pc:spChg chg="del mod">
          <ac:chgData name="sadhana30112007@outlook.com" userId="25504840c7d3822a" providerId="LiveId" clId="{7CB0243F-4332-48EF-85E4-CCF0720C04A3}" dt="2026-07-22T17:53:23.372" v="113"/>
          <ac:spMkLst>
            <pc:docMk/>
            <pc:sldMk cId="3299452653" sldId="258"/>
            <ac:spMk id="3" creationId="{8B110D99-E060-A8EE-8B31-FE108CEB4B78}"/>
          </ac:spMkLst>
        </pc:spChg>
        <pc:spChg chg="add del mod">
          <ac:chgData name="sadhana30112007@outlook.com" userId="25504840c7d3822a" providerId="LiveId" clId="{7CB0243F-4332-48EF-85E4-CCF0720C04A3}" dt="2026-07-22T17:53:36.247" v="115" actId="1076"/>
          <ac:spMkLst>
            <pc:docMk/>
            <pc:sldMk cId="3299452653" sldId="258"/>
            <ac:spMk id="5" creationId="{3D03E45F-C8C9-4750-F3F4-F913E660329F}"/>
          </ac:spMkLst>
        </pc:spChg>
      </pc:sldChg>
      <pc:sldChg chg="addSp delSp modSp del mod">
        <pc:chgData name="sadhana30112007@outlook.com" userId="25504840c7d3822a" providerId="LiveId" clId="{7CB0243F-4332-48EF-85E4-CCF0720C04A3}" dt="2026-07-22T17:28:55.588" v="34" actId="47"/>
        <pc:sldMkLst>
          <pc:docMk/>
          <pc:sldMk cId="2719591292" sldId="259"/>
        </pc:sldMkLst>
        <pc:spChg chg="del mod">
          <ac:chgData name="sadhana30112007@outlook.com" userId="25504840c7d3822a" providerId="LiveId" clId="{7CB0243F-4332-48EF-85E4-CCF0720C04A3}" dt="2026-07-22T17:23:47.999" v="12"/>
          <ac:spMkLst>
            <pc:docMk/>
            <pc:sldMk cId="2719591292" sldId="259"/>
            <ac:spMk id="3" creationId="{1B0641DD-983E-6196-9388-A951762B5537}"/>
          </ac:spMkLst>
        </pc:spChg>
        <pc:spChg chg="add mod">
          <ac:chgData name="sadhana30112007@outlook.com" userId="25504840c7d3822a" providerId="LiveId" clId="{7CB0243F-4332-48EF-85E4-CCF0720C04A3}" dt="2026-07-22T17:28:34.195" v="32" actId="255"/>
          <ac:spMkLst>
            <pc:docMk/>
            <pc:sldMk cId="2719591292" sldId="259"/>
            <ac:spMk id="4" creationId="{5CFE5DEF-6B80-EEA7-4E99-2D52E92EB157}"/>
          </ac:spMkLst>
        </pc:spChg>
        <pc:spChg chg="del mod">
          <ac:chgData name="sadhana30112007@outlook.com" userId="25504840c7d3822a" providerId="LiveId" clId="{7CB0243F-4332-48EF-85E4-CCF0720C04A3}" dt="2026-07-22T17:23:48.005" v="14"/>
          <ac:spMkLst>
            <pc:docMk/>
            <pc:sldMk cId="2719591292" sldId="259"/>
            <ac:spMk id="5" creationId="{5C0FBDFD-368C-8C62-4B05-C70C70EB57FA}"/>
          </ac:spMkLst>
        </pc:spChg>
      </pc:sldChg>
      <pc:sldChg chg="addSp delSp modSp mod">
        <pc:chgData name="sadhana30112007@outlook.com" userId="25504840c7d3822a" providerId="LiveId" clId="{7CB0243F-4332-48EF-85E4-CCF0720C04A3}" dt="2026-07-22T17:54:27.933" v="128" actId="22"/>
        <pc:sldMkLst>
          <pc:docMk/>
          <pc:sldMk cId="510726514" sldId="260"/>
        </pc:sldMkLst>
        <pc:spChg chg="mod">
          <ac:chgData name="sadhana30112007@outlook.com" userId="25504840c7d3822a" providerId="LiveId" clId="{7CB0243F-4332-48EF-85E4-CCF0720C04A3}" dt="2026-07-22T17:39:44.329" v="72" actId="1076"/>
          <ac:spMkLst>
            <pc:docMk/>
            <pc:sldMk cId="510726514" sldId="260"/>
            <ac:spMk id="3" creationId="{B2DA0C64-7FF7-F79C-3DD6-11FAD5C029DF}"/>
          </ac:spMkLst>
        </pc:spChg>
        <pc:spChg chg="add del mod">
          <ac:chgData name="sadhana30112007@outlook.com" userId="25504840c7d3822a" providerId="LiveId" clId="{7CB0243F-4332-48EF-85E4-CCF0720C04A3}" dt="2026-07-22T17:48:20.256" v="84" actId="22"/>
          <ac:spMkLst>
            <pc:docMk/>
            <pc:sldMk cId="510726514" sldId="260"/>
            <ac:spMk id="4" creationId="{DFF65D2E-5BAD-4DFD-E95D-5BE10823188F}"/>
          </ac:spMkLst>
        </pc:spChg>
        <pc:spChg chg="mod">
          <ac:chgData name="sadhana30112007@outlook.com" userId="25504840c7d3822a" providerId="LiveId" clId="{7CB0243F-4332-48EF-85E4-CCF0720C04A3}" dt="2026-07-22T17:38:37.492" v="63" actId="5793"/>
          <ac:spMkLst>
            <pc:docMk/>
            <pc:sldMk cId="510726514" sldId="260"/>
            <ac:spMk id="5" creationId="{1C3BAB4C-70B8-AE13-11F5-7643B4F729BD}"/>
          </ac:spMkLst>
        </pc:spChg>
        <pc:spChg chg="add del mod">
          <ac:chgData name="sadhana30112007@outlook.com" userId="25504840c7d3822a" providerId="LiveId" clId="{7CB0243F-4332-48EF-85E4-CCF0720C04A3}" dt="2026-07-22T17:54:27.933" v="128" actId="22"/>
          <ac:spMkLst>
            <pc:docMk/>
            <pc:sldMk cId="510726514" sldId="260"/>
            <ac:spMk id="8" creationId="{08A8F514-FFD6-77F5-AA8C-617B12A9046A}"/>
          </ac:spMkLst>
        </pc:spChg>
      </pc:sldChg>
      <pc:sldChg chg="addSp delSp modSp add del mod">
        <pc:chgData name="sadhana30112007@outlook.com" userId="25504840c7d3822a" providerId="LiveId" clId="{7CB0243F-4332-48EF-85E4-CCF0720C04A3}" dt="2026-07-22T17:54:10.630" v="122" actId="47"/>
        <pc:sldMkLst>
          <pc:docMk/>
          <pc:sldMk cId="4006260328" sldId="261"/>
        </pc:sldMkLst>
        <pc:spChg chg="del">
          <ac:chgData name="sadhana30112007@outlook.com" userId="25504840c7d3822a" providerId="LiveId" clId="{7CB0243F-4332-48EF-85E4-CCF0720C04A3}" dt="2026-07-22T17:53:54.314" v="116" actId="478"/>
          <ac:spMkLst>
            <pc:docMk/>
            <pc:sldMk cId="4006260328" sldId="261"/>
            <ac:spMk id="3" creationId="{59E96D89-4C90-345C-608F-FAD8ADB37E01}"/>
          </ac:spMkLst>
        </pc:spChg>
        <pc:spChg chg="add del mod">
          <ac:chgData name="sadhana30112007@outlook.com" userId="25504840c7d3822a" providerId="LiveId" clId="{7CB0243F-4332-48EF-85E4-CCF0720C04A3}" dt="2026-07-22T17:54:03.612" v="120" actId="478"/>
          <ac:spMkLst>
            <pc:docMk/>
            <pc:sldMk cId="4006260328" sldId="261"/>
            <ac:spMk id="4" creationId="{A01C8CE5-06BA-88CC-19B4-6A7C93B48C5E}"/>
          </ac:spMkLst>
        </pc:spChg>
        <pc:spChg chg="mod">
          <ac:chgData name="sadhana30112007@outlook.com" userId="25504840c7d3822a" providerId="LiveId" clId="{7CB0243F-4332-48EF-85E4-CCF0720C04A3}" dt="2026-07-22T17:47:42.235" v="79" actId="20577"/>
          <ac:spMkLst>
            <pc:docMk/>
            <pc:sldMk cId="4006260328" sldId="261"/>
            <ac:spMk id="5" creationId="{F8B29A4E-4D01-30F5-A88F-2AD43221DDFA}"/>
          </ac:spMkLst>
        </pc:spChg>
        <pc:spChg chg="add">
          <ac:chgData name="sadhana30112007@outlook.com" userId="25504840c7d3822a" providerId="LiveId" clId="{7CB0243F-4332-48EF-85E4-CCF0720C04A3}" dt="2026-07-22T17:54:06.240" v="121" actId="22"/>
          <ac:spMkLst>
            <pc:docMk/>
            <pc:sldMk cId="4006260328" sldId="261"/>
            <ac:spMk id="8" creationId="{234A1F5A-D7F9-9209-1730-4188F621047E}"/>
          </ac:spMkLst>
        </pc:spChg>
      </pc:sldChg>
      <pc:sldChg chg="addSp delSp modSp mod">
        <pc:chgData name="sadhana30112007@outlook.com" userId="25504840c7d3822a" providerId="LiveId" clId="{7CB0243F-4332-48EF-85E4-CCF0720C04A3}" dt="2026-07-22T18:14:18.846" v="301" actId="1076"/>
        <pc:sldMkLst>
          <pc:docMk/>
          <pc:sldMk cId="4015406418" sldId="263"/>
        </pc:sldMkLst>
        <pc:spChg chg="mod">
          <ac:chgData name="sadhana30112007@outlook.com" userId="25504840c7d3822a" providerId="LiveId" clId="{7CB0243F-4332-48EF-85E4-CCF0720C04A3}" dt="2026-07-22T18:14:11.403" v="300" actId="1076"/>
          <ac:spMkLst>
            <pc:docMk/>
            <pc:sldMk cId="4015406418" sldId="263"/>
            <ac:spMk id="3" creationId="{2D1A45AD-26FE-9BDE-3A28-80B17B5E0651}"/>
          </ac:spMkLst>
        </pc:spChg>
        <pc:spChg chg="add del mod">
          <ac:chgData name="sadhana30112007@outlook.com" userId="25504840c7d3822a" providerId="LiveId" clId="{7CB0243F-4332-48EF-85E4-CCF0720C04A3}" dt="2026-07-22T18:10:34.663" v="256"/>
          <ac:spMkLst>
            <pc:docMk/>
            <pc:sldMk cId="4015406418" sldId="263"/>
            <ac:spMk id="4" creationId="{90967067-63DB-193B-24D3-BD89D2DA8F31}"/>
          </ac:spMkLst>
        </pc:spChg>
        <pc:spChg chg="mod">
          <ac:chgData name="sadhana30112007@outlook.com" userId="25504840c7d3822a" providerId="LiveId" clId="{7CB0243F-4332-48EF-85E4-CCF0720C04A3}" dt="2026-07-22T18:14:18.846" v="301" actId="1076"/>
          <ac:spMkLst>
            <pc:docMk/>
            <pc:sldMk cId="4015406418" sldId="263"/>
            <ac:spMk id="5" creationId="{43FD4EFA-A6F1-A41C-D30D-4529E86F1FE8}"/>
          </ac:spMkLst>
        </pc:spChg>
        <pc:picChg chg="mod">
          <ac:chgData name="sadhana30112007@outlook.com" userId="25504840c7d3822a" providerId="LiveId" clId="{7CB0243F-4332-48EF-85E4-CCF0720C04A3}" dt="2026-07-22T18:13:52.086" v="298" actId="1076"/>
          <ac:picMkLst>
            <pc:docMk/>
            <pc:sldMk cId="4015406418" sldId="263"/>
            <ac:picMk id="7" creationId="{70BF4438-01BB-B3A4-E9D4-99818E4C105C}"/>
          </ac:picMkLst>
        </pc:picChg>
      </pc:sldChg>
      <pc:sldChg chg="addSp delSp modSp mod">
        <pc:chgData name="sadhana30112007@outlook.com" userId="25504840c7d3822a" providerId="LiveId" clId="{7CB0243F-4332-48EF-85E4-CCF0720C04A3}" dt="2026-07-22T18:14:44.350" v="302" actId="478"/>
        <pc:sldMkLst>
          <pc:docMk/>
          <pc:sldMk cId="447907302" sldId="264"/>
        </pc:sldMkLst>
        <pc:spChg chg="add del mod">
          <ac:chgData name="sadhana30112007@outlook.com" userId="25504840c7d3822a" providerId="LiveId" clId="{7CB0243F-4332-48EF-85E4-CCF0720C04A3}" dt="2026-07-22T18:14:44.350" v="302" actId="478"/>
          <ac:spMkLst>
            <pc:docMk/>
            <pc:sldMk cId="447907302" sldId="264"/>
            <ac:spMk id="4" creationId="{EBA8AFA5-9793-8945-744A-AC33FCA5E3BC}"/>
          </ac:spMkLst>
        </pc:spChg>
      </pc:sldChg>
      <pc:sldChg chg="new del">
        <pc:chgData name="sadhana30112007@outlook.com" userId="25504840c7d3822a" providerId="LiveId" clId="{7CB0243F-4332-48EF-85E4-CCF0720C04A3}" dt="2026-07-22T18:03:58.687" v="169" actId="47"/>
        <pc:sldMkLst>
          <pc:docMk/>
          <pc:sldMk cId="2041539500" sldId="265"/>
        </pc:sldMkLst>
      </pc:sldChg>
      <pc:sldChg chg="modSp new del mod">
        <pc:chgData name="sadhana30112007@outlook.com" userId="25504840c7d3822a" providerId="LiveId" clId="{7CB0243F-4332-48EF-85E4-CCF0720C04A3}" dt="2026-07-22T17:49:56.240" v="96" actId="680"/>
        <pc:sldMkLst>
          <pc:docMk/>
          <pc:sldMk cId="2168890427" sldId="265"/>
        </pc:sldMkLst>
        <pc:spChg chg="mod">
          <ac:chgData name="sadhana30112007@outlook.com" userId="25504840c7d3822a" providerId="LiveId" clId="{7CB0243F-4332-48EF-85E4-CCF0720C04A3}" dt="2026-07-22T17:49:56.036" v="95"/>
          <ac:spMkLst>
            <pc:docMk/>
            <pc:sldMk cId="2168890427" sldId="265"/>
            <ac:spMk id="3" creationId="{1A2D54F9-0FE5-EBE0-48E0-2C021EDFD596}"/>
          </ac:spMkLst>
        </pc:spChg>
      </pc:sldChg>
      <pc:sldChg chg="modSp new del mod">
        <pc:chgData name="sadhana30112007@outlook.com" userId="25504840c7d3822a" providerId="LiveId" clId="{7CB0243F-4332-48EF-85E4-CCF0720C04A3}" dt="2026-07-22T17:28:57.140" v="36" actId="47"/>
        <pc:sldMkLst>
          <pc:docMk/>
          <pc:sldMk cId="2526720441" sldId="265"/>
        </pc:sldMkLst>
        <pc:spChg chg="mod">
          <ac:chgData name="sadhana30112007@outlook.com" userId="25504840c7d3822a" providerId="LiveId" clId="{7CB0243F-4332-48EF-85E4-CCF0720C04A3}" dt="2026-07-22T17:27:26.836" v="24" actId="113"/>
          <ac:spMkLst>
            <pc:docMk/>
            <pc:sldMk cId="2526720441" sldId="265"/>
            <ac:spMk id="2" creationId="{D9B16A8D-F1B8-3670-E20E-28985C5E2D77}"/>
          </ac:spMkLst>
        </pc:spChg>
      </pc:sldChg>
      <pc:sldChg chg="new del">
        <pc:chgData name="sadhana30112007@outlook.com" userId="25504840c7d3822a" providerId="LiveId" clId="{7CB0243F-4332-48EF-85E4-CCF0720C04A3}" dt="2026-07-22T17:28:56.432" v="35" actId="47"/>
        <pc:sldMkLst>
          <pc:docMk/>
          <pc:sldMk cId="2922177252" sldId="266"/>
        </pc:sldMkLst>
      </pc:sldChg>
      <pc:sldChg chg="new del">
        <pc:chgData name="sadhana30112007@outlook.com" userId="25504840c7d3822a" providerId="LiveId" clId="{7CB0243F-4332-48EF-85E4-CCF0720C04A3}" dt="2026-07-22T18:06:54.065" v="216" actId="47"/>
        <pc:sldMkLst>
          <pc:docMk/>
          <pc:sldMk cId="3608861497" sldId="266"/>
        </pc:sldMkLst>
      </pc:sldChg>
      <pc:sldChg chg="new del">
        <pc:chgData name="sadhana30112007@outlook.com" userId="25504840c7d3822a" providerId="LiveId" clId="{7CB0243F-4332-48EF-85E4-CCF0720C04A3}" dt="2026-07-22T18:03:59.063" v="170" actId="47"/>
        <pc:sldMkLst>
          <pc:docMk/>
          <pc:sldMk cId="1850302764" sldId="267"/>
        </pc:sldMkLst>
      </pc:sldChg>
      <pc:sldChg chg="new del">
        <pc:chgData name="sadhana30112007@outlook.com" userId="25504840c7d3822a" providerId="LiveId" clId="{7CB0243F-4332-48EF-85E4-CCF0720C04A3}" dt="2026-07-22T18:03:59.772" v="171" actId="47"/>
        <pc:sldMkLst>
          <pc:docMk/>
          <pc:sldMk cId="3469685272" sldId="268"/>
        </pc:sldMkLst>
      </pc:sldChg>
      <pc:sldChg chg="modSp new mod">
        <pc:chgData name="sadhana30112007@outlook.com" userId="25504840c7d3822a" providerId="LiveId" clId="{7CB0243F-4332-48EF-85E4-CCF0720C04A3}" dt="2026-07-22T18:06:41.628" v="215" actId="5793"/>
        <pc:sldMkLst>
          <pc:docMk/>
          <pc:sldMk cId="1898139957" sldId="269"/>
        </pc:sldMkLst>
        <pc:spChg chg="mod">
          <ac:chgData name="sadhana30112007@outlook.com" userId="25504840c7d3822a" providerId="LiveId" clId="{7CB0243F-4332-48EF-85E4-CCF0720C04A3}" dt="2026-07-22T18:05:20.818" v="199" actId="20577"/>
          <ac:spMkLst>
            <pc:docMk/>
            <pc:sldMk cId="1898139957" sldId="269"/>
            <ac:spMk id="2" creationId="{7982031C-C480-85B4-45CE-D5A16475116F}"/>
          </ac:spMkLst>
        </pc:spChg>
        <pc:spChg chg="mod">
          <ac:chgData name="sadhana30112007@outlook.com" userId="25504840c7d3822a" providerId="LiveId" clId="{7CB0243F-4332-48EF-85E4-CCF0720C04A3}" dt="2026-07-22T18:06:41.628" v="215" actId="5793"/>
          <ac:spMkLst>
            <pc:docMk/>
            <pc:sldMk cId="1898139957" sldId="269"/>
            <ac:spMk id="3" creationId="{AFDD18D8-C5EF-5904-D8F0-761BEA18C984}"/>
          </ac:spMkLst>
        </pc:spChg>
      </pc:sldChg>
      <pc:sldChg chg="modSp new mod">
        <pc:chgData name="sadhana30112007@outlook.com" userId="25504840c7d3822a" providerId="LiveId" clId="{7CB0243F-4332-48EF-85E4-CCF0720C04A3}" dt="2026-07-22T18:12:33.982" v="282" actId="1076"/>
        <pc:sldMkLst>
          <pc:docMk/>
          <pc:sldMk cId="456156083" sldId="270"/>
        </pc:sldMkLst>
        <pc:spChg chg="mod">
          <ac:chgData name="sadhana30112007@outlook.com" userId="25504840c7d3822a" providerId="LiveId" clId="{7CB0243F-4332-48EF-85E4-CCF0720C04A3}" dt="2026-07-22T18:11:44.566" v="269" actId="1076"/>
          <ac:spMkLst>
            <pc:docMk/>
            <pc:sldMk cId="456156083" sldId="270"/>
            <ac:spMk id="2" creationId="{DFB196F2-895B-B903-9636-91D05F4B7D5D}"/>
          </ac:spMkLst>
        </pc:spChg>
        <pc:spChg chg="mod">
          <ac:chgData name="sadhana30112007@outlook.com" userId="25504840c7d3822a" providerId="LiveId" clId="{7CB0243F-4332-48EF-85E4-CCF0720C04A3}" dt="2026-07-22T18:12:33.982" v="282" actId="1076"/>
          <ac:spMkLst>
            <pc:docMk/>
            <pc:sldMk cId="456156083" sldId="270"/>
            <ac:spMk id="3" creationId="{D923F50D-CD5B-232E-E7C9-F1D8CF688AF0}"/>
          </ac:spMkLst>
        </pc:spChg>
      </pc:sldChg>
      <pc:sldChg chg="new del">
        <pc:chgData name="sadhana30112007@outlook.com" userId="25504840c7d3822a" providerId="LiveId" clId="{7CB0243F-4332-48EF-85E4-CCF0720C04A3}" dt="2026-07-22T18:07:09.169" v="220" actId="47"/>
        <pc:sldMkLst>
          <pc:docMk/>
          <pc:sldMk cId="1661124151" sldId="270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9BC924-18C9-D74D-05E8-15F7B27F5B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3391EA-5FC2-9567-CD26-EBC9B25B74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E0C225-6AF7-D809-E3A0-C20ED8CC82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9D3116-E975-45B3-AAA0-C48CA83DEC27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0708C8-91D4-1DA0-31C0-A9F503E25E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B64497-6FB3-CDBC-97E6-1753E718E7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7117CD-412D-4AE6-B603-0088B6DBA8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27562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00239-C2C6-25FA-EB08-2522D07402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40E36F-5269-CDEB-F1A0-D3E3C01BF5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453A68-80D0-995F-A227-8DCB1452C9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9D3116-E975-45B3-AAA0-C48CA83DEC27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0CF2D3-C25A-FE2D-2BE3-43D67F4643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602573-C52B-DACB-D5B1-0D1FE9992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7117CD-412D-4AE6-B603-0088B6DBA8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98614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969AF3-E947-313D-D938-65D015456B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E4A6E8-7CDD-B5DB-F8FC-594E626C0D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F478D3-3B46-DEC6-8D48-032DAF5171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9D3116-E975-45B3-AAA0-C48CA83DEC27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CCB54A-6102-0266-4ED1-813A615E3C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06A04A-1956-494D-0751-C901CEF444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7117CD-412D-4AE6-B603-0088B6DBA8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56637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C29513-385F-99F3-4482-B5239784E0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9CD416-0036-288A-0507-396979149B2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41B866-D727-1A4A-D17A-0B8EFB221E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385D9A-1584-2A9B-0F54-3292308457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9D3116-E975-45B3-AAA0-C48CA83DEC27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7097FA-FA8F-05FD-BCF0-2EBB2F0D8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60C452-6A3E-B56F-AFFB-88AADAD4D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7117CD-412D-4AE6-B603-0088B6DBA8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44611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4329E-2418-73E0-0013-83C02A6CE3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AC8DC1-A99E-FF23-B007-E21E625076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70B533-9C39-2D26-0CD1-3C364463A8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887317F-1926-B5EF-77BD-ACA05B71E7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0DD9117-2D03-125D-0DD8-518E1E3F96B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30D11AB-96B6-D465-F04E-3644C4CBFD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9D3116-E975-45B3-AAA0-C48CA83DEC27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9A493AD-5AFB-5384-A5A9-9BB07DDD64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94CFCF-F510-208F-FF86-832D4F4FF7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7117CD-412D-4AE6-B603-0088B6DBA8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37953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B19A22-8F72-1211-34E1-6B4EF123E6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BAA94F-CFAE-BD3D-14F0-C6025A29CE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9D3116-E975-45B3-AAA0-C48CA83DEC27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FB58B64-9624-1A47-AE85-B3A9CA2D56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D2EB8B-2145-20C4-A468-43C4AF6A0B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7117CD-412D-4AE6-B603-0088B6DBA8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73251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8679EB2-8E7A-2E89-649A-A3666C3D2A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9D3116-E975-45B3-AAA0-C48CA83DEC27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759CF5-C3E1-F082-A4CD-B33975CC53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993DA2-BB75-317A-82FA-CDB200BDA3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7117CD-412D-4AE6-B603-0088B6DBA8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03820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2EF8CF-4CDB-475A-6F11-D544767768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BFF2D7-F1DA-9D67-23E1-299BEF5120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5FA0D7-7CCD-B275-010B-19B4EA5413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55E62B-D4A1-8F2E-E9DD-F2F451B066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9D3116-E975-45B3-AAA0-C48CA83DEC27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8E5DB4-5FC4-6B03-9873-A10C9D11A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ACF8E9-093C-658E-613F-64FF4FF68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7117CD-412D-4AE6-B603-0088B6DBA8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88718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69E3E0-69C3-193C-C97C-C9F9ABD191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02AECC9-9DFB-8DBB-A482-0BFCDBDDE3E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42BDFF-CBBA-3AA2-DB08-55D2CC6C06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AD8F5F-40C7-5340-3862-16AA281FAA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9D3116-E975-45B3-AAA0-C48CA83DEC27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656C21-DD30-8727-C037-34521B30A2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009BD6-7F46-E9E5-3F26-5B87590F68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7117CD-412D-4AE6-B603-0088B6DBA8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47912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EC5CE9-E4F2-0F27-56DC-B2B8C5B565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654A28-A4EA-9BB6-755F-F2C525D5EA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C989B2-2D90-2995-CA85-DE9001D4AD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9D3116-E975-45B3-AAA0-C48CA83DEC27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CBF6EE-14EC-564D-8353-BD77337887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BD88AE-1A34-E7FE-E085-7EB23204E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7117CD-412D-4AE6-B603-0088B6DBA8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7013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07625B3-8978-4723-B79D-3F129577AC7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F5CBA64-2311-09F0-F81C-EA535CB37E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C05F37-E5C8-D8DB-D383-FB2C6540B0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9D3116-E975-45B3-AAA0-C48CA83DEC27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40EAC6-6287-6339-669B-D5B8B5714D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9404ED-B981-A2AC-E4F5-AB67B0E4FF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7117CD-412D-4AE6-B603-0088B6DBA8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11942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632FA6-AD0B-111B-FDB9-BCDFC54AC4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902B0F-1AFE-9259-C3F9-F4820706F0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C6C877-DBEA-D7D5-DCFB-9CDF820258F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B9D3116-E975-45B3-AAA0-C48CA83DEC27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00CBF6-3E5C-1408-6391-A74D31CBA5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6045A8-1D6C-F2A8-0941-26178D2F32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7117CD-412D-4AE6-B603-0088B6DBA8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10939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6DAECD2-2DC2-BB1B-4267-A19685D7F98F}"/>
              </a:ext>
            </a:extLst>
          </p:cNvPr>
          <p:cNvSpPr txBox="1"/>
          <p:nvPr/>
        </p:nvSpPr>
        <p:spPr>
          <a:xfrm>
            <a:off x="2134076" y="1208567"/>
            <a:ext cx="7649527" cy="8695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buNone/>
            </a:pPr>
            <a:r>
              <a:rPr lang="en-IN" sz="4800" b="1" dirty="0">
                <a:solidFill>
                  <a:schemeClr val="tx2"/>
                </a:solidFill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Technical Presentation</a:t>
            </a:r>
            <a:endParaRPr lang="en-IN" sz="4000" dirty="0">
              <a:solidFill>
                <a:schemeClr val="tx2"/>
              </a:solidFill>
              <a:effectLst/>
              <a:latin typeface="Times New Roman" panose="02020603050405020304" pitchFamily="18" charset="0"/>
              <a:ea typeface="Arial" panose="020B06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42A5A43-3FB2-2ECB-0B30-E77B2DF3037A}"/>
              </a:ext>
            </a:extLst>
          </p:cNvPr>
          <p:cNvSpPr txBox="1"/>
          <p:nvPr/>
        </p:nvSpPr>
        <p:spPr>
          <a:xfrm>
            <a:off x="1073564" y="2351782"/>
            <a:ext cx="10655617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Missed Detection, One Lost Life: A Failure Analysis of Computer Vision Systems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B972F67-5795-286F-9A13-91BE7ED425E3}"/>
              </a:ext>
            </a:extLst>
          </p:cNvPr>
          <p:cNvSpPr txBox="1"/>
          <p:nvPr/>
        </p:nvSpPr>
        <p:spPr>
          <a:xfrm>
            <a:off x="67799" y="5649433"/>
            <a:ext cx="609790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RESENTED BY: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NAME:M.SADHANA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REG.NO:192524386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E5D2182-C49E-7E5C-C809-5A5169FC660B}"/>
              </a:ext>
            </a:extLst>
          </p:cNvPr>
          <p:cNvSpPr txBox="1"/>
          <p:nvPr/>
        </p:nvSpPr>
        <p:spPr>
          <a:xfrm>
            <a:off x="3047048" y="4000096"/>
            <a:ext cx="609790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ITA0508-COMPUTER VISION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9DF6B17-0723-2A18-132A-104A636099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7978"/>
            <a:ext cx="12192000" cy="1287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44098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E631D82-EE2F-0787-27BC-D1CB24E7BA33}"/>
              </a:ext>
            </a:extLst>
          </p:cNvPr>
          <p:cNvSpPr txBox="1"/>
          <p:nvPr/>
        </p:nvSpPr>
        <p:spPr>
          <a:xfrm>
            <a:off x="750698" y="1413063"/>
            <a:ext cx="11063288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Medical Imaging?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Medical imaging uses technologies such as: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X-ray 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CT Scan 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MRI 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Ultrasound 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 Vision helps doctors by: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Detecting </a:t>
            </a: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tumors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Finding fractures 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Identifying pneumonia 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Locating brain abnormalities</a:t>
            </a:r>
          </a:p>
          <a:p>
            <a:pPr>
              <a:buFont typeface="Arial" panose="020B0604020202020204" pitchFamily="34" charset="0"/>
              <a:buChar char="•"/>
            </a:pP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F14CDCD-F03A-5093-2D95-28B691233F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7977"/>
            <a:ext cx="12192000" cy="940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52802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D03E45F-C8C9-4750-F3F4-F913E660329F}"/>
              </a:ext>
            </a:extLst>
          </p:cNvPr>
          <p:cNvSpPr txBox="1"/>
          <p:nvPr/>
        </p:nvSpPr>
        <p:spPr>
          <a:xfrm>
            <a:off x="801247" y="2106821"/>
            <a:ext cx="10916270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Computer Vision?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 Vision is a branch of Artificial Intelligence. 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enables machines to understand images and videos. 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in self-driving cars, healthcare, security, industries, and robotics. 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main goal is accurate and safe decision-making. 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Even a small detection error can lead to serious consequences.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1A366F1-3582-A9AA-0A48-FC613D2CD0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7978"/>
            <a:ext cx="12192000" cy="1287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94526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2DA0C64-7FF7-F79C-3DD6-11FAD5C029DF}"/>
              </a:ext>
            </a:extLst>
          </p:cNvPr>
          <p:cNvSpPr txBox="1"/>
          <p:nvPr/>
        </p:nvSpPr>
        <p:spPr>
          <a:xfrm>
            <a:off x="3946691" y="1238429"/>
            <a:ext cx="609790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 Case Study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C3BAB4C-70B8-AE13-11F5-7643B4F729BD}"/>
              </a:ext>
            </a:extLst>
          </p:cNvPr>
          <p:cNvSpPr txBox="1"/>
          <p:nvPr/>
        </p:nvSpPr>
        <p:spPr>
          <a:xfrm>
            <a:off x="421066" y="1902797"/>
            <a:ext cx="11343586" cy="4585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Patient Scenario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56-year-old patient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visited the hospital with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persistent cough, chest pain, and shortness of breath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The doctor recommended a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Chest CT scan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investigate the cause.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Medical Imaging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CT scan showed a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small pulmonary nodule (early-stage lung </a:t>
            </a:r>
            <a:r>
              <a:rPr lang="en-I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tumor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the right lung. Due to its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small size and low contrast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it was difficult to distinguish from the surrounding tissue.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Detection Error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Computer Vision system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classified the nodule as normal lung tissue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resulting in a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false negative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The suspicious region was not highlighted for further clinical review</a:t>
            </a:r>
          </a:p>
          <a:p>
            <a:pPr>
              <a:buNone/>
            </a:pP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1B98A11-F4AB-DC63-E23E-1C239C2259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7977"/>
            <a:ext cx="12192000" cy="1125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07265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D1A45AD-26FE-9BDE-3A28-80B17B5E0651}"/>
              </a:ext>
            </a:extLst>
          </p:cNvPr>
          <p:cNvSpPr txBox="1"/>
          <p:nvPr/>
        </p:nvSpPr>
        <p:spPr>
          <a:xfrm>
            <a:off x="3127534" y="1116819"/>
            <a:ext cx="609790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Improvements (Solutions)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3FD4EFA-A6F1-A41C-D30D-4529E86F1FE8}"/>
              </a:ext>
            </a:extLst>
          </p:cNvPr>
          <p:cNvSpPr txBox="1"/>
          <p:nvPr/>
        </p:nvSpPr>
        <p:spPr>
          <a:xfrm>
            <a:off x="762952" y="1763150"/>
            <a:ext cx="10827068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Can We Prevent Medical Imaging Errors?</a:t>
            </a:r>
          </a:p>
          <a:p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🧠 Advanced AI Models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Deep Learning (CNN) for accurate disease detection. 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🖼️ Better Image Quality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High-resolution CT and MRI scans improve detection accuracy. 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📚 Diverse Medical Datasets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 AI with thousands of medical images from different patients. 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👨‍⚕️ AI + Doctor Collaboration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assists doctors, but the final diagnosis should be made by medical experts. 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🔄 Continuous Testing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Regular software updates and AI validation improve reliability.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0BF4438-01BB-B3A4-E9D4-99818E4C10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30922"/>
            <a:ext cx="12192000" cy="1287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54064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82031C-C480-85B4-45CE-D5A1647511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Scope: </a:t>
            </a:r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Hope Through Technology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DD18D8-C5EF-5904-D8F0-761BEA18C9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IN" sz="3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Future of Medical Imaging</a:t>
            </a:r>
          </a:p>
          <a:p>
            <a:pPr marL="0" indent="0">
              <a:buNone/>
            </a:pPr>
            <a:r>
              <a:rPr lang="en-IN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🧠 </a:t>
            </a:r>
            <a:r>
              <a:rPr lang="en-IN" sz="3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Smarter AI</a:t>
            </a:r>
            <a:endParaRPr lang="en-IN" sz="3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IN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Detects diseases more accurately. </a:t>
            </a:r>
          </a:p>
          <a:p>
            <a:pPr marL="0" indent="0">
              <a:buNone/>
            </a:pPr>
            <a:r>
              <a:rPr lang="en-IN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🏥 </a:t>
            </a:r>
            <a:r>
              <a:rPr lang="en-IN" sz="3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Better Healthcare</a:t>
            </a:r>
            <a:endParaRPr lang="en-IN" sz="3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IN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doctors in making faster decisions. </a:t>
            </a:r>
          </a:p>
          <a:p>
            <a:pPr marL="0" indent="0">
              <a:buNone/>
            </a:pPr>
            <a:r>
              <a:rPr lang="en-IN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⚡ </a:t>
            </a:r>
            <a:r>
              <a:rPr lang="en-IN" sz="3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Early Detection</a:t>
            </a:r>
            <a:endParaRPr lang="en-IN" sz="3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IN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Finds diseases before they become serious. </a:t>
            </a:r>
          </a:p>
          <a:p>
            <a:pPr marL="0" indent="0">
              <a:buNone/>
            </a:pPr>
            <a:r>
              <a:rPr lang="en-IN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❤️ </a:t>
            </a:r>
            <a:r>
              <a:rPr lang="en-IN" sz="3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Safer Lives</a:t>
            </a:r>
            <a:endParaRPr lang="en-IN" sz="3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IN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Fewer medical errors.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Better treatment.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 lives saved.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981399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B196F2-895B-B903-9636-91D05F4B7D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5750" y="6985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23F50D-CD5B-232E-E7C9-F1D8CF688A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9625" y="1682750"/>
            <a:ext cx="10315575" cy="4351338"/>
          </a:xfrm>
        </p:spPr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Computer Vision helps doctors detect diseases faster and more accurately.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Early and accurate diagnosis gives patients a better chance of recovery.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Reliable AI, quality medical data, and expert doctors together reduce medical imaging errors.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Continuous improvements in AI technology will make healthcare safer and more effective.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Every medical scan represents a human life, and every correct diagnosis brings hope to a patient and their family</a:t>
            </a:r>
          </a:p>
        </p:txBody>
      </p:sp>
    </p:spTree>
    <p:extLst>
      <p:ext uri="{BB962C8B-B14F-4D97-AF65-F5344CB8AC3E}">
        <p14:creationId xmlns:p14="http://schemas.microsoft.com/office/powerpoint/2010/main" val="4561560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44E41FF-8F0E-FF1F-2478-EB0C37DE432C}"/>
              </a:ext>
            </a:extLst>
          </p:cNvPr>
          <p:cNvSpPr txBox="1"/>
          <p:nvPr/>
        </p:nvSpPr>
        <p:spPr>
          <a:xfrm>
            <a:off x="1185862" y="1529834"/>
            <a:ext cx="10541317" cy="26468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479073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</TotalTime>
  <Words>447</Words>
  <Application>Microsoft Office PowerPoint</Application>
  <PresentationFormat>Widescreen</PresentationFormat>
  <Paragraphs>64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Aptos</vt:lpstr>
      <vt:lpstr>Aptos Display</vt:lpstr>
      <vt:lpstr>Arial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Future Scope: Hope Through Technology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Suji .</dc:creator>
  <cp:lastModifiedBy>sadhana30112007@outlook.com</cp:lastModifiedBy>
  <cp:revision>1</cp:revision>
  <dcterms:created xsi:type="dcterms:W3CDTF">2026-07-16T05:10:45Z</dcterms:created>
  <dcterms:modified xsi:type="dcterms:W3CDTF">2026-07-22T18:14:55Z</dcterms:modified>
</cp:coreProperties>
</file>